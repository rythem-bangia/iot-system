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{7..12}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CO-OP Project at Industry (Module-2)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Smart IoT-Based Water Leakage Detection and Automatic Control System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Rythem Bangia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2210990752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Prof. (Dr.) Darpan Anand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Background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Scope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System Architecture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Systems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leakage affects millions of residential, commercial, and industrial establishments globally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Undetected leaks waste thousands of liters/day and cause extensive structural damage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impact: high utility bills, structural repairs, electrical hazards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 &amp; Their Limitations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inspection: periodic, no real-time monitoring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alarm systems: only trigger alerts, no corrective action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systems: high cost, unsuitable for residential use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approaches: complete dependency on human intervention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“Design an affordable, intelligent, automated system for real-time water leakage detection and prevention without human intervention.”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Real-time, continuous leak detection using IoT sensors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anomaly detection to distinguish actual leaks from noise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water shutoff via relay-controlled solenoid valve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 through cross-platform mobile application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functionality using edge AI on Raspberry Pi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cost-per-zone for affordable widespread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Three-Layer Distributed Architecture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Layer: Raspberry Pi + sensors + local AI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Operates fully offline for immediate detection and valve shutoff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Layer: Supabase + Edge Functions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Persistent storage, advanced AI analysis, email notifications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 React Native Mobile App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Real-time monitoring, remote control, event history &amp;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Design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Complementary AI Algorithms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 Z-Score Anomaly Detection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Moving statistical window over recent readings; Z-score &gt; ±2.5 triggers anomaly flag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Trend Prediction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Fitted over time-series data; positive slope = gradual leak signature detected early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Composite Risk Scoring System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Combines threshold level + trend slope + sensor health → Low / Medium / High risk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Benefit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AI risk scoring reduces false alarms by ~85% vs. simple threshold-based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 — Central controller &amp; edge AI processing unit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Capacitive Moisture Sensors — Detect moisture levels (0-100%)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ADS1115 ADC Module — Analog-to-digital conversion via I2C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Relay Module + Solenoid Valve — Automatic water shutoff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Piezo Buzzer + LED Indicators — Local alerts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Stack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3.x — Edge AI processing, sensor reading, GPIO control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 (PostgreSQL) — Cloud database, auth, real-time APIs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— Edge Functions for cloud-side AI &amp; email alerts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(Expo) — Cross-platform iOS &amp; Android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Sensor Data Acquisition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Analog voltage → ADS1115 ADC (I2C) → Raspberry Pi; sampled every 500ms, normalized 0-100%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Edge AI Decision Logic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Sensor data → Z-Score + Regression → Risk Score → if critical: Alert + Valve Shutoff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Automatic Valve Control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GPIO 17 activates relay → 12V solenoid valve closes within 1-2 seconds of detection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4.4 Cloud Integration &amp; Notification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Leak event → Supabase DB insert → Edge Function triggered → Email alert in 5-10 seconds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4.5 Mobile Application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React Native app: Monitor (live data), Simulate, History (AI summaries), Settings tabs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Metrics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Response Time: &lt; 1 second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Valve Shutoff Delay: &lt; 2 seconds after detection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Accuracy: High accuracy with AI-filtered low false positives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Cost: &lt; $100 per monitored zone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Functionality: Yes — Edge AI operates without internet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 Latency: ~500 ms for live updates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Zones Supported: Up to 4 zones (scalable architecture)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Reliably detects both sudden and gradual leaks — zero missed detections in tests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alarm reduction: ~85% vs. simple threshold detection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pipeline confirmed during simulated internet outage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Traditional Systems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vs. Traditional Systems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Detection: Traditional = No | Proposed = Yes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Valve Shutoff: Traditional = No | Proposed = Yes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Analysis: Traditional = No | Proposed = Yes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Remote Access: Traditional = Limited | Proposed = Full React Native App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Functionality: Traditional = No | Proposed = Yes (Edge AI)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Cost: Traditional = &gt; $500 | Proposed = &lt; $100 per zone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Traditional = Low | Proposed = High (multi-zone)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Alarm Reduction: Traditional = Manual | Proposed = Automated (AI)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 xml:space="preserve">  Successfully demonstrates intelligent, cost-effective, scalable water leakage detection.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Sub-second detection + offline AI + multi-zone + &lt;$100/zone + virtual simulation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Bridges gap between expensive industrial systems and inadequate basic alarm systems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200" dirty="0"/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Home Integration: Amazon Alexa, Google Home, Apple HomeKit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ML: LSTM / Transformer deep learning models on real historical data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Maintenance: pipe degradation prediction from long-term sensor trends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 Notifications: Firebase Cloud Messaging (FCM) for instant mobile alerts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Scale: hundreds of zones across large facilities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Flow Sensors &amp; Computer Vision (OpenCV) for enhanced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2300</cp:revision>
  <dcterms:created xsi:type="dcterms:W3CDTF">2010-04-09T07:36:15Z</dcterms:created>
  <dcterms:modified xsi:type="dcterms:W3CDTF">2026-04-28T05:25:30Z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